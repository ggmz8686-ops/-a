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
<Relationships xmlns="http://schemas.openxmlformats.org/package/2006/relationships">
 <Relationship Id="rId1" Type="http://schemas.openxmlformats.org/officeDocument/2006/relationships/officeDocument" Target="ppt/presentation.xml"/>
 <Relationship Id="rId2" Type="http://schemas.openxmlformats.org/package/2006/relationships/metadata/core-properties" Target="docProps/core.xml"/>
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5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Master" Target="slideMasters/slideMaster1.xml"/></Relationships>
</file>

<file path=ppt/slideLayouts/_rels/slideLayout1.xml.rels><?xml version="1.0" encoding="UTF-8" standalone="yes"?>
<Relationships xmlns="http://schemas.openxmlformats.org/package/2006/relationships">
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640080" y="457200"/>
            <a:ext cx="10058400" cy="914400"/>
          </a:xfrm>
        </p:spPr>
        <p:txBody>
          <a:bodyPr/>
          <a:lstStyle/>
          <a:p>
            <a:r>
              <a:rPr lang="en-US" sz="2800" b="1"/>
              <a:t>Smart Learning Assistant</a:t>
            </a:r>
            <a:endParaRPr lang="en-US" sz="2800"/>
          </a:p>
        </p:txBody>
      </p:sp>
      <p:sp>
        <p:nvSpPr>
          <p:cNvPr id="3" name="Content Placeholder 2"/>
          <p:cNvSpPr/>
          <p:nvPr/>
        </p:nvSpPr>
        <p:spPr>
          <a:xfrm>
            <a:off x="868680" y="1554480"/>
            <a:ext cx="9509760" cy="4480560"/>
          </a:xfrm>
        </p:spPr>
        <p:txBody>
          <a:bodyPr wrap="square"/>
          <a:lstStyle/>
          <a:p marL="342900" indent="-285750">
            <a:pPr lvl="0">
              <a:buChar char="•"/>
            </a:pPr>
            <a:r>
              <a:rPr lang="en-US" sz="2000"/>
              <a:t>A local Python-based intelligent learning assistant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Covers Q&amp;A, practice, study planning, summarization, language learning, and study tools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Suitable for classroom demos, course projects, and prototype presentations</a:t>
            </a:r>
            <a:endParaRPr lang="en-US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640080" y="457200"/>
            <a:ext cx="10058400" cy="914400"/>
          </a:xfrm>
        </p:spPr>
        <p:txBody>
          <a:bodyPr/>
          <a:lstStyle/>
          <a:p>
            <a:r>
              <a:rPr lang="en-US" sz="2800" b="1"/>
              <a:t>Project Background</a:t>
            </a:r>
            <a:endParaRPr lang="en-US" sz="2800"/>
          </a:p>
        </p:txBody>
      </p:sp>
      <p:sp>
        <p:nvSpPr>
          <p:cNvPr id="3" name="Content Placeholder 2"/>
          <p:cNvSpPr/>
          <p:nvPr/>
        </p:nvSpPr>
        <p:spPr>
          <a:xfrm>
            <a:off x="868680" y="1554480"/>
            <a:ext cx="9509760" cy="4480560"/>
          </a:xfrm>
        </p:spPr>
        <p:txBody>
          <a:bodyPr wrap="square"/>
          <a:lstStyle/>
          <a:p marL="342900" indent="-285750">
            <a:pPr lvl="0">
              <a:buChar char="•"/>
            </a:pPr>
            <a:r>
              <a:rPr lang="en-US" sz="2000"/>
              <a:t>Students often switch between many separate tools while studying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Common needs include asking questions, doing exercises, making plans, and reviewing materials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We wanted one lightweight local system to connect these tasks</a:t>
            </a:r>
            <a:endParaRPr 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640080" y="457200"/>
            <a:ext cx="10058400" cy="914400"/>
          </a:xfrm>
        </p:spPr>
        <p:txBody>
          <a:bodyPr/>
          <a:lstStyle/>
          <a:p>
            <a:r>
              <a:rPr lang="en-US" sz="2800" b="1"/>
              <a:t>Project Goal</a:t>
            </a:r>
            <a:endParaRPr lang="en-US" sz="2800"/>
          </a:p>
        </p:txBody>
      </p:sp>
      <p:sp>
        <p:nvSpPr>
          <p:cNvPr id="3" name="Content Placeholder 2"/>
          <p:cNvSpPr/>
          <p:nvPr/>
        </p:nvSpPr>
        <p:spPr>
          <a:xfrm>
            <a:off x="868680" y="1554480"/>
            <a:ext cx="9509760" cy="4480560"/>
          </a:xfrm>
        </p:spPr>
        <p:txBody>
          <a:bodyPr wrap="square"/>
          <a:lstStyle/>
          <a:p marL="342900" indent="-285750">
            <a:pPr lvl="0">
              <a:buChar char="•"/>
            </a:pPr>
            <a:r>
              <a:rPr lang="en-US" sz="2000"/>
              <a:t>Integrate multiple study functions into one system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Run fully offline without external APIs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Provide a simple command-line interface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Store learning records locally for later review</a:t>
            </a:r>
            <a:endParaRPr lang="en-US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640080" y="457200"/>
            <a:ext cx="10058400" cy="914400"/>
          </a:xfrm>
        </p:spPr>
        <p:txBody>
          <a:bodyPr/>
          <a:lstStyle/>
          <a:p>
            <a:r>
              <a:rPr lang="en-US" sz="2800" b="1"/>
              <a:t>Overall Architecture</a:t>
            </a:r>
            <a:endParaRPr lang="en-US" sz="2800"/>
          </a:p>
        </p:txBody>
      </p:sp>
      <p:sp>
        <p:nvSpPr>
          <p:cNvPr id="3" name="Content Placeholder 2"/>
          <p:cNvSpPr/>
          <p:nvPr/>
        </p:nvSpPr>
        <p:spPr>
          <a:xfrm>
            <a:off x="868680" y="1554480"/>
            <a:ext cx="9509760" cy="4480560"/>
          </a:xfrm>
        </p:spPr>
        <p:txBody>
          <a:bodyPr wrap="square"/>
          <a:lstStyle/>
          <a:p marL="342900" indent="-285750">
            <a:pPr lvl="0">
              <a:buChar char="•"/>
            </a:pPr>
            <a:r>
              <a:rPr lang="en-US" sz="2000"/>
              <a:t>main.py: program entry and menu interaction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qa.py: knowledge Q&amp;A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practice.py: question generation and grading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plan.py: study plan and progress tracking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summary.py / language.py / tools.py: support modules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utils.py: shared utilities and database setup</a:t>
            </a:r>
            <a:endParaRPr lang="en-US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640080" y="457200"/>
            <a:ext cx="10058400" cy="914400"/>
          </a:xfrm>
        </p:spPr>
        <p:txBody>
          <a:bodyPr/>
          <a:lstStyle/>
          <a:p>
            <a:r>
              <a:rPr lang="en-US" sz="2800" b="1"/>
              <a:t>Core Function 1: Knowledge Q&amp;A</a:t>
            </a:r>
            <a:endParaRPr lang="en-US" sz="2800"/>
          </a:p>
        </p:txBody>
      </p:sp>
      <p:sp>
        <p:nvSpPr>
          <p:cNvPr id="3" name="Content Placeholder 2"/>
          <p:cNvSpPr/>
          <p:nvPr/>
        </p:nvSpPr>
        <p:spPr>
          <a:xfrm>
            <a:off x="868680" y="1554480"/>
            <a:ext cx="9509760" cy="4480560"/>
          </a:xfrm>
        </p:spPr>
        <p:txBody>
          <a:bodyPr wrap="square"/>
          <a:lstStyle/>
          <a:p marL="342900" indent="-285750">
            <a:pPr lvl="0">
              <a:buChar char="•"/>
            </a:pPr>
            <a:r>
              <a:rPr lang="en-US" sz="2000"/>
              <a:t>Supports common questions in math, English, physics, and programming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Combines built-in knowledge with local data files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Uses keyword matching to identify subject and concept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Returns explanation, solving steps, and common mistakes</a:t>
            </a:r>
            <a:endParaRPr 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640080" y="457200"/>
            <a:ext cx="10058400" cy="914400"/>
          </a:xfrm>
        </p:spPr>
        <p:txBody>
          <a:bodyPr/>
          <a:lstStyle/>
          <a:p>
            <a:r>
              <a:rPr lang="en-US" sz="2800" b="1"/>
              <a:t>Core Function 2: Practice and Wrong-Question Book</a:t>
            </a:r>
            <a:endParaRPr lang="en-US" sz="2800"/>
          </a:p>
        </p:txBody>
      </p:sp>
      <p:sp>
        <p:nvSpPr>
          <p:cNvPr id="3" name="Content Placeholder 2"/>
          <p:cNvSpPr/>
          <p:nvPr/>
        </p:nvSpPr>
        <p:spPr>
          <a:xfrm>
            <a:off x="868680" y="1554480"/>
            <a:ext cx="9509760" cy="4480560"/>
          </a:xfrm>
        </p:spPr>
        <p:txBody>
          <a:bodyPr wrap="square"/>
          <a:lstStyle/>
          <a:p marL="342900" indent="-285750">
            <a:pPr lvl="0">
              <a:buChar char="•"/>
            </a:pPr>
            <a:r>
              <a:rPr lang="en-US" sz="2000"/>
              <a:t>Generates questions by subject and difficulty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Supports multiple-choice, fill-in-the-blank, and short-answer questions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Grades objective questions directly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Uses text similarity for short-answer grading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Stores wrong answers in SQLite</a:t>
            </a:r>
            <a:endParaRPr lang="en-US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640080" y="457200"/>
            <a:ext cx="10058400" cy="914400"/>
          </a:xfrm>
        </p:spPr>
        <p:txBody>
          <a:bodyPr/>
          <a:lstStyle/>
          <a:p>
            <a:r>
              <a:rPr lang="en-US" sz="2800" b="1"/>
              <a:t>Core Function 3: Study Planning</a:t>
            </a:r>
            <a:endParaRPr lang="en-US" sz="2800"/>
          </a:p>
        </p:txBody>
      </p:sp>
      <p:sp>
        <p:nvSpPr>
          <p:cNvPr id="3" name="Content Placeholder 2"/>
          <p:cNvSpPr/>
          <p:nvPr/>
        </p:nvSpPr>
        <p:spPr>
          <a:xfrm>
            <a:off x="868680" y="1554480"/>
            <a:ext cx="9509760" cy="4480560"/>
          </a:xfrm>
        </p:spPr>
        <p:txBody>
          <a:bodyPr wrap="square"/>
          <a:lstStyle/>
          <a:p marL="342900" indent="-285750">
            <a:pPr lvl="0">
              <a:buChar char="•"/>
            </a:pPr>
            <a:r>
              <a:rPr lang="en-US" sz="2000"/>
              <a:t>Creates study plans based on goal, days, and subjects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Automatically splits study hours across subjects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Generates daily tasks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Tracks task status: pending / in_progress / completed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Produces a progress report from database records</a:t>
            </a:r>
            <a:endParaRPr lang="en-US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640080" y="457200"/>
            <a:ext cx="10058400" cy="914400"/>
          </a:xfrm>
        </p:spPr>
        <p:txBody>
          <a:bodyPr/>
          <a:lstStyle/>
          <a:p>
            <a:r>
              <a:rPr lang="en-US" sz="2800" b="1"/>
              <a:t>Other Modules</a:t>
            </a:r>
            <a:endParaRPr lang="en-US" sz="2800"/>
          </a:p>
        </p:txBody>
      </p:sp>
      <p:sp>
        <p:nvSpPr>
          <p:cNvPr id="3" name="Content Placeholder 2"/>
          <p:cNvSpPr/>
          <p:nvPr/>
        </p:nvSpPr>
        <p:spPr>
          <a:xfrm>
            <a:off x="868680" y="1554480"/>
            <a:ext cx="9509760" cy="4480560"/>
          </a:xfrm>
        </p:spPr>
        <p:txBody>
          <a:bodyPr wrap="square"/>
          <a:lstStyle/>
          <a:p marL="342900" indent="-285750">
            <a:pPr lvl="0">
              <a:buChar char="•"/>
            </a:pPr>
            <a:r>
              <a:rPr lang="en-US" sz="2000"/>
              <a:t>Summary: text summarization, outline generation, Markdown mind map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Language: vocabulary review, essay correction, Chinese-English translation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Tools: formula lookup, calculator, unit conversion, base conversion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Also includes todo list, schedule, and countdown</a:t>
            </a:r>
            <a:endParaRPr lang="en-US"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640080" y="457200"/>
            <a:ext cx="10058400" cy="914400"/>
          </a:xfrm>
        </p:spPr>
        <p:txBody>
          <a:bodyPr/>
          <a:lstStyle/>
          <a:p>
            <a:r>
              <a:rPr lang="en-US" sz="2800" b="1"/>
              <a:t>Data Storage and Local Design</a:t>
            </a:r>
            <a:endParaRPr lang="en-US" sz="2800"/>
          </a:p>
        </p:txBody>
      </p:sp>
      <p:sp>
        <p:nvSpPr>
          <p:cNvPr id="3" name="Content Placeholder 2"/>
          <p:cNvSpPr/>
          <p:nvPr/>
        </p:nvSpPr>
        <p:spPr>
          <a:xfrm>
            <a:off x="868680" y="1554480"/>
            <a:ext cx="9509760" cy="4480560"/>
          </a:xfrm>
        </p:spPr>
        <p:txBody>
          <a:bodyPr wrap="square"/>
          <a:lstStyle/>
          <a:p marL="342900" indent="-285750">
            <a:pPr lvl="0">
              <a:buChar char="•"/>
            </a:pPr>
            <a:r>
              <a:rPr lang="en-US" sz="2000"/>
              <a:t>qa_data.jsonl stores local Q&amp;A data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questions.csv stores question bank data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vocab.csv stores vocabulary data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learning_assistant.db stores plans, tasks, wrong questions, and vocab records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All data stays on the local machine</a:t>
            </a:r>
            <a:endParaRPr lang="en-US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640080" y="457200"/>
            <a:ext cx="10058400" cy="914400"/>
          </a:xfrm>
        </p:spPr>
        <p:txBody>
          <a:bodyPr/>
          <a:lstStyle/>
          <a:p>
            <a:r>
              <a:rPr lang="en-US" sz="2800" b="1"/>
              <a:t>Typical User Flow</a:t>
            </a:r>
            <a:endParaRPr lang="en-US" sz="2800"/>
          </a:p>
        </p:txBody>
      </p:sp>
      <p:sp>
        <p:nvSpPr>
          <p:cNvPr id="3" name="Content Placeholder 2"/>
          <p:cNvSpPr/>
          <p:nvPr/>
        </p:nvSpPr>
        <p:spPr>
          <a:xfrm>
            <a:off x="868680" y="1554480"/>
            <a:ext cx="9509760" cy="4480560"/>
          </a:xfrm>
        </p:spPr>
        <p:txBody>
          <a:bodyPr wrap="square"/>
          <a:lstStyle/>
          <a:p marL="342900" indent="-285750">
            <a:pPr lvl="0">
              <a:buChar char="•"/>
            </a:pPr>
            <a:r>
              <a:rPr lang="en-US" sz="2000"/>
              <a:t>Start the program from the command line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Choose a module from the main menu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Ask a question, practice exercises, or create a plan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Save progress and wrong answers automatically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Return later to review reports and continue learning</a:t>
            </a:r>
            <a:endParaRPr lang="en-US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640080" y="457200"/>
            <a:ext cx="10058400" cy="914400"/>
          </a:xfrm>
        </p:spPr>
        <p:txBody>
          <a:bodyPr/>
          <a:lstStyle/>
          <a:p>
            <a:r>
              <a:rPr lang="en-US" sz="2800" b="1"/>
              <a:t>Project Highlights</a:t>
            </a:r>
            <a:endParaRPr lang="en-US" sz="2800"/>
          </a:p>
        </p:txBody>
      </p:sp>
      <p:sp>
        <p:nvSpPr>
          <p:cNvPr id="3" name="Content Placeholder 2"/>
          <p:cNvSpPr/>
          <p:nvPr/>
        </p:nvSpPr>
        <p:spPr>
          <a:xfrm>
            <a:off x="868680" y="1554480"/>
            <a:ext cx="9509760" cy="4480560"/>
          </a:xfrm>
        </p:spPr>
        <p:txBody>
          <a:bodyPr wrap="square"/>
          <a:lstStyle/>
          <a:p marL="342900" indent="-285750">
            <a:pPr lvl="0">
              <a:buChar char="•"/>
            </a:pPr>
            <a:r>
              <a:rPr lang="en-US" sz="2000"/>
              <a:t>Clear modular structure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Fully local and easy to deploy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Covers multiple learning scenarios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Includes persistent storage with SQLite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Suitable as a teaching demo or prototype system</a:t>
            </a:r>
            <a:endParaRPr lang="en-US"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640080" y="457200"/>
            <a:ext cx="10058400" cy="914400"/>
          </a:xfrm>
        </p:spPr>
        <p:txBody>
          <a:bodyPr/>
          <a:lstStyle/>
          <a:p>
            <a:r>
              <a:rPr lang="en-US" sz="2800" b="1"/>
              <a:t>Current Limitations</a:t>
            </a:r>
            <a:endParaRPr lang="en-US" sz="2800"/>
          </a:p>
        </p:txBody>
      </p:sp>
      <p:sp>
        <p:nvSpPr>
          <p:cNvPr id="3" name="Content Placeholder 2"/>
          <p:cNvSpPr/>
          <p:nvPr/>
        </p:nvSpPr>
        <p:spPr>
          <a:xfrm>
            <a:off x="868680" y="1554480"/>
            <a:ext cx="9509760" cy="4480560"/>
          </a:xfrm>
        </p:spPr>
        <p:txBody>
          <a:bodyPr wrap="square"/>
          <a:lstStyle/>
          <a:p marL="342900" indent="-285750">
            <a:pPr lvl="0">
              <a:buChar char="•"/>
            </a:pPr>
            <a:r>
              <a:rPr lang="en-US" sz="2000"/>
              <a:t>Rule-based Q&amp;A is limited compared with real AI systems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Translation and essay correction are relatively simple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Question bank size is still small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Some tool state is not fully persistent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There are encoding and test consistency issues to clean up</a:t>
            </a:r>
            <a:endParaRPr lang="en-US"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640080" y="457200"/>
            <a:ext cx="10058400" cy="914400"/>
          </a:xfrm>
        </p:spPr>
        <p:txBody>
          <a:bodyPr/>
          <a:lstStyle/>
          <a:p>
            <a:r>
              <a:rPr lang="en-US" sz="2800" b="1"/>
              <a:t>Future Work</a:t>
            </a:r>
            <a:endParaRPr lang="en-US" sz="2800"/>
          </a:p>
        </p:txBody>
      </p:sp>
      <p:sp>
        <p:nvSpPr>
          <p:cNvPr id="3" name="Content Placeholder 2"/>
          <p:cNvSpPr/>
          <p:nvPr/>
        </p:nvSpPr>
        <p:spPr>
          <a:xfrm>
            <a:off x="868680" y="1554480"/>
            <a:ext cx="9509760" cy="4480560"/>
          </a:xfrm>
        </p:spPr>
        <p:txBody>
          <a:bodyPr wrap="square"/>
          <a:lstStyle/>
          <a:p marL="342900" indent="-285750">
            <a:pPr lvl="0">
              <a:buChar char="•"/>
            </a:pPr>
            <a:r>
              <a:rPr lang="en-US" sz="2000"/>
              <a:t>Expand the local knowledge base and question bank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Improve answer matching and grading logic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Add a GUI or web interface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Introduce smarter NLP or model-based capabilities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Optimize persistence, tests, and text encoding</a:t>
            </a:r>
            <a:endParaRPr lang="en-US"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640080" y="457200"/>
            <a:ext cx="10058400" cy="914400"/>
          </a:xfrm>
        </p:spPr>
        <p:txBody>
          <a:bodyPr/>
          <a:lstStyle/>
          <a:p>
            <a:r>
              <a:rPr lang="en-US" sz="2800" b="1"/>
              <a:t>Thank You</a:t>
            </a:r>
            <a:endParaRPr lang="en-US" sz="2800"/>
          </a:p>
        </p:txBody>
      </p:sp>
      <p:sp>
        <p:nvSpPr>
          <p:cNvPr id="3" name="Content Placeholder 2"/>
          <p:cNvSpPr/>
          <p:nvPr/>
        </p:nvSpPr>
        <p:spPr>
          <a:xfrm>
            <a:off x="868680" y="1554480"/>
            <a:ext cx="9509760" cy="4480560"/>
          </a:xfrm>
        </p:spPr>
        <p:txBody>
          <a:bodyPr wrap="square"/>
          <a:lstStyle/>
          <a:p marL="342900" indent="-285750">
            <a:pPr lvl="0">
              <a:buChar char="•"/>
            </a:pPr>
            <a:r>
              <a:rPr lang="en-US" sz="2000"/>
              <a:t>Our project builds a local intelligent learning assistant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It supports questioning, practicing, planning, reviewing, and utility tools</a:t>
            </a:r>
            <a:endParaRPr lang="en-US" sz="2000"/>
          </a:p>
          <a:p marL="342900" indent="-285750">
            <a:pPr lvl="0">
              <a:buChar char="•"/>
            </a:pPr>
            <a:r>
              <a:rPr lang="en-US" sz="2000"/>
              <a:t>It demonstrates both educational value and software modularity</a:t>
            </a:r>
            <a:endParaRPr lang="en-US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F1F1F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14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14</vt:i4>
      </vt:variant>
    </vt:vector>
  </HeadingPairs>
  <TitlesOfParts>
    <vt:vector size="14" baseType="lpstr">
      <vt:lpstr>Smart Learning Assistant</vt:lpstr>
      <vt:lpstr>Project Background</vt:lpstr>
      <vt:lpstr>Project Goal</vt:lpstr>
      <vt:lpstr>Overall Architecture</vt:lpstr>
      <vt:lpstr>Core Function 1: Knowledge Q&amp;A</vt:lpstr>
      <vt:lpstr>Core Function 2: Practice and Wrong-Question Book</vt:lpstr>
      <vt:lpstr>Core Function 3: Study Planning</vt:lpstr>
      <vt:lpstr>Other Modules</vt:lpstr>
      <vt:lpstr>Data Storage and Local Design</vt:lpstr>
      <vt:lpstr>Typical User Flow</vt:lpstr>
      <vt:lpstr>Project Highlights</vt:lpstr>
      <vt:lpstr>Current Limitations</vt:lpstr>
      <vt:lpstr>Future Work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Learning Assistant Presentation</dc:title>
  <dc:creator>Codex</dc:creator>
  <cp:lastModifiedBy>Codex</cp:lastModifiedBy>
  <dcterms:created xsi:type="dcterms:W3CDTF">2026-03-28T13:08:09Z</dcterms:created>
  <dcterms:modified xsi:type="dcterms:W3CDTF">2026-03-28T13:08:09Z</dcterms:modified>
</cp:coreProperties>
</file>